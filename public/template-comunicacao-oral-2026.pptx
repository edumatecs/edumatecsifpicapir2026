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Montserrat" panose="00000500000000000000" pitchFamily="2" charset="0"/>
      <p:regular r:id="rId14"/>
      <p:bold r:id="rId15"/>
    </p:embeddedFont>
    <p:embeddedFont>
      <p:font typeface="Open Sans" panose="020B0606030504020204" pitchFamily="34" charset="0"/>
      <p:regular r:id="rId16"/>
    </p:embeddedFont>
    <p:embeddedFont>
      <p:font typeface="Open Sans Semi-Bold" panose="020B0604020202020204" charset="0"/>
      <p:regular r:id="rId17"/>
    </p:embeddedFont>
    <p:embeddedFont>
      <p:font typeface="Open Sans Ultra-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DC784-30A1-EBE9-E148-AD2D238A8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87C0948-CDB5-F877-2511-80E86651DA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0A941A-D2D9-14A4-5195-471F5C39A42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73BFCFA-E779-270F-567F-894499C24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8433BC5-8A7B-211D-B4F3-1FE089F89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9663C-AD11-25B6-FFEB-47185BE998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933FA-F48C-985B-4F2C-0E7D7FFE2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2990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07438-5208-EE33-EE0B-9FA2F7FD7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EA943C-E95B-EE8D-122A-66CF5E2BD3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14D941-6C80-4DAE-D302-50CE35421EE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C264FED-5ECE-B7F8-099A-12BCD1CDAC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C0A3309-69B4-0061-80E6-D2F40B393F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D8EAC-C644-B74A-8704-B70C90DD60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42BAF-2CE8-17B9-4538-F8F198DE2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9314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1825" y="-41592"/>
            <a:ext cx="18509825" cy="10370184"/>
            <a:chOff x="0" y="0"/>
            <a:chExt cx="4875016" cy="27312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5016" cy="2731242"/>
            </a:xfrm>
            <a:custGeom>
              <a:avLst/>
              <a:gdLst/>
              <a:ahLst/>
              <a:cxnLst/>
              <a:rect l="l" t="t" r="r" b="b"/>
              <a:pathLst>
                <a:path w="4875016" h="2731242">
                  <a:moveTo>
                    <a:pt x="0" y="0"/>
                  </a:moveTo>
                  <a:lnTo>
                    <a:pt x="4875016" y="0"/>
                  </a:lnTo>
                  <a:lnTo>
                    <a:pt x="4875016" y="2731242"/>
                  </a:lnTo>
                  <a:lnTo>
                    <a:pt x="0" y="2731242"/>
                  </a:lnTo>
                  <a:close/>
                </a:path>
              </a:pathLst>
            </a:custGeom>
            <a:gradFill rotWithShape="1">
              <a:gsLst>
                <a:gs pos="0">
                  <a:srgbClr val="03060B">
                    <a:alpha val="100000"/>
                  </a:srgbClr>
                </a:gs>
                <a:gs pos="100000">
                  <a:srgbClr val="372F02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75016" cy="2778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8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96111" y="204877"/>
            <a:ext cx="17695777" cy="973258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grpSp>
        <p:nvGrpSpPr>
          <p:cNvPr id="8" name="Group 8"/>
          <p:cNvGrpSpPr/>
          <p:nvPr/>
        </p:nvGrpSpPr>
        <p:grpSpPr>
          <a:xfrm>
            <a:off x="15159775" y="388616"/>
            <a:ext cx="2955938" cy="2945048"/>
            <a:chOff x="0" y="0"/>
            <a:chExt cx="5994387" cy="59723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94400" cy="5972302"/>
            </a:xfrm>
            <a:custGeom>
              <a:avLst/>
              <a:gdLst/>
              <a:ahLst/>
              <a:cxnLst/>
              <a:rect l="l" t="t" r="r" b="b"/>
              <a:pathLst>
                <a:path w="5994400" h="5972302">
                  <a:moveTo>
                    <a:pt x="0" y="0"/>
                  </a:moveTo>
                  <a:lnTo>
                    <a:pt x="5994400" y="0"/>
                  </a:lnTo>
                  <a:lnTo>
                    <a:pt x="5994400" y="5972302"/>
                  </a:lnTo>
                  <a:lnTo>
                    <a:pt x="0" y="5972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1377" t="-25447" r="-28718" b="-3524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468990" y="388616"/>
            <a:ext cx="1912973" cy="2945048"/>
            <a:chOff x="0" y="0"/>
            <a:chExt cx="2550631" cy="3926730"/>
          </a:xfrm>
        </p:grpSpPr>
        <p:sp>
          <p:nvSpPr>
            <p:cNvPr id="11" name="Freeform 11"/>
            <p:cNvSpPr/>
            <p:nvPr/>
          </p:nvSpPr>
          <p:spPr>
            <a:xfrm>
              <a:off x="556952" y="0"/>
              <a:ext cx="1436727" cy="1849104"/>
            </a:xfrm>
            <a:custGeom>
              <a:avLst/>
              <a:gdLst/>
              <a:ahLst/>
              <a:cxnLst/>
              <a:rect l="l" t="t" r="r" b="b"/>
              <a:pathLst>
                <a:path w="1436727" h="1849104">
                  <a:moveTo>
                    <a:pt x="0" y="0"/>
                  </a:moveTo>
                  <a:lnTo>
                    <a:pt x="1436727" y="0"/>
                  </a:lnTo>
                  <a:lnTo>
                    <a:pt x="1436727" y="1849104"/>
                  </a:lnTo>
                  <a:lnTo>
                    <a:pt x="0" y="1849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2206" t="-67385" r="-233669" b="-15015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1876485"/>
              <a:ext cx="2550631" cy="8411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16"/>
                </a:lnSpc>
              </a:pPr>
              <a:r>
                <a:rPr lang="en-US" sz="2757" b="1">
                  <a:solidFill>
                    <a:srgbClr val="FFFFFF"/>
                  </a:solidFill>
                  <a:latin typeface="Open Sans Ultra-Bold"/>
                  <a:ea typeface="Open Sans Ultra-Bold"/>
                  <a:cs typeface="Open Sans Ultra-Bold"/>
                  <a:sym typeface="Open Sans Ultra-Bold"/>
                </a:rPr>
                <a:t>INSTITUTO FEDERAL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8410" y="2793802"/>
              <a:ext cx="833811" cy="346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7"/>
                </a:lnSpc>
              </a:pPr>
              <a:r>
                <a:rPr lang="en-US" sz="2116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Piauí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9205" y="3169155"/>
              <a:ext cx="1692221" cy="757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2"/>
                </a:lnSpc>
              </a:pPr>
              <a:r>
                <a:rPr lang="en-US" sz="2116" b="1">
                  <a:solidFill>
                    <a:srgbClr val="FFFFFF"/>
                  </a:solidFill>
                  <a:latin typeface="Open Sans Semi-Bold"/>
                  <a:ea typeface="Open Sans Semi-Bold"/>
                  <a:cs typeface="Open Sans Semi-Bold"/>
                  <a:sym typeface="Open Sans Semi-Bold"/>
                </a:rPr>
                <a:t>Campus</a:t>
              </a:r>
            </a:p>
            <a:p>
              <a:pPr algn="ctr">
                <a:lnSpc>
                  <a:spcPts val="2222"/>
                </a:lnSpc>
              </a:pPr>
              <a:r>
                <a:rPr lang="en-US" sz="2116" b="1">
                  <a:solidFill>
                    <a:srgbClr val="FFFFFF"/>
                  </a:solidFill>
                  <a:latin typeface="Open Sans Semi-Bold"/>
                  <a:ea typeface="Open Sans Semi-Bold"/>
                  <a:cs typeface="Open Sans Semi-Bold"/>
                  <a:sym typeface="Open Sans Semi-Bold"/>
                </a:rPr>
                <a:t>Piripiri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703246" y="4686300"/>
            <a:ext cx="6881506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98"/>
              </a:lnSpc>
            </a:pPr>
            <a:r>
              <a:rPr lang="en-US" sz="8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Título</a:t>
            </a:r>
            <a:endParaRPr lang="en-US" sz="80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17105" y="8224466"/>
            <a:ext cx="5459895" cy="1013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364"/>
              </a:lnSpc>
            </a:pPr>
            <a:r>
              <a:rPr lang="en-US" sz="3745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Autor(a)/</a:t>
            </a:r>
            <a:r>
              <a:rPr lang="en-US" sz="3745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Autores</a:t>
            </a:r>
            <a:r>
              <a:rPr lang="en-US" sz="3745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(as):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5443169" y="-2557831"/>
            <a:ext cx="7401663" cy="18288000"/>
          </a:xfrm>
          <a:custGeom>
            <a:avLst/>
            <a:gdLst/>
            <a:ahLst/>
            <a:cxnLst/>
            <a:rect l="l" t="t" r="r" b="b"/>
            <a:pathLst>
              <a:path w="7401663" h="18288000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701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96111" y="349538"/>
            <a:ext cx="17695777" cy="9587924"/>
            <a:chOff x="0" y="0"/>
            <a:chExt cx="4660616" cy="25252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660616" cy="2525215"/>
            </a:xfrm>
            <a:custGeom>
              <a:avLst/>
              <a:gdLst/>
              <a:ahLst/>
              <a:cxnLst/>
              <a:rect l="l" t="t" r="r" b="b"/>
              <a:pathLst>
                <a:path w="4660616" h="2525215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15000" y="-154187"/>
            <a:ext cx="6339364" cy="1575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23"/>
              </a:lnSpc>
            </a:pPr>
            <a:r>
              <a:rPr lang="en-US" sz="6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</a:t>
            </a:r>
            <a:endParaRPr lang="en-US" sz="60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5443169" y="-2557831"/>
            <a:ext cx="7401663" cy="18288000"/>
          </a:xfrm>
          <a:custGeom>
            <a:avLst/>
            <a:gdLst/>
            <a:ahLst/>
            <a:cxnLst/>
            <a:rect l="l" t="t" r="r" b="b"/>
            <a:pathLst>
              <a:path w="7401663" h="18288000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701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96111" y="349538"/>
            <a:ext cx="17695777" cy="9587924"/>
            <a:chOff x="0" y="0"/>
            <a:chExt cx="4660616" cy="25252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660616" cy="2525215"/>
            </a:xfrm>
            <a:custGeom>
              <a:avLst/>
              <a:gdLst/>
              <a:ahLst/>
              <a:cxnLst/>
              <a:rect l="l" t="t" r="r" b="b"/>
              <a:pathLst>
                <a:path w="4660616" h="2525215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724400" y="-28575"/>
            <a:ext cx="8113964" cy="1575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23"/>
              </a:lnSpc>
            </a:pPr>
            <a:r>
              <a:rPr lang="en-US" sz="6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  <a:r>
              <a:rPr lang="en-US" sz="6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Geral</a:t>
            </a:r>
          </a:p>
        </p:txBody>
      </p:sp>
      <p:sp>
        <p:nvSpPr>
          <p:cNvPr id="7" name="Freeform 7"/>
          <p:cNvSpPr/>
          <p:nvPr/>
        </p:nvSpPr>
        <p:spPr>
          <a:xfrm>
            <a:off x="2491972" y="10248198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6111" y="349538"/>
            <a:ext cx="17695777" cy="9587924"/>
            <a:chOff x="0" y="0"/>
            <a:chExt cx="4660616" cy="2525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0616" cy="2525215"/>
            </a:xfrm>
            <a:custGeom>
              <a:avLst/>
              <a:gdLst/>
              <a:ahLst/>
              <a:cxnLst/>
              <a:rect l="l" t="t" r="r" b="b"/>
              <a:pathLst>
                <a:path w="4660616" h="2525215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971800" y="-30004"/>
            <a:ext cx="11615293" cy="1575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23"/>
              </a:lnSpc>
            </a:pPr>
            <a:r>
              <a:rPr lang="en-US" sz="6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Objetivos</a:t>
            </a:r>
            <a:r>
              <a:rPr lang="en-US" sz="6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Específicos</a:t>
            </a:r>
            <a:endParaRPr lang="en-US" sz="60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Freeform 6"/>
          <p:cNvSpPr/>
          <p:nvPr/>
        </p:nvSpPr>
        <p:spPr>
          <a:xfrm rot="-5400000">
            <a:off x="5443169" y="-2557831"/>
            <a:ext cx="7401663" cy="18288000"/>
          </a:xfrm>
          <a:custGeom>
            <a:avLst/>
            <a:gdLst/>
            <a:ahLst/>
            <a:cxnLst/>
            <a:rect l="l" t="t" r="r" b="b"/>
            <a:pathLst>
              <a:path w="7401663" h="18288000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7016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6111" y="204336"/>
            <a:ext cx="17695777" cy="9587924"/>
            <a:chOff x="0" y="0"/>
            <a:chExt cx="4660616" cy="2525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0616" cy="2525215"/>
            </a:xfrm>
            <a:custGeom>
              <a:avLst/>
              <a:gdLst/>
              <a:ahLst/>
              <a:cxnLst/>
              <a:rect l="l" t="t" r="r" b="b"/>
              <a:pathLst>
                <a:path w="4660616" h="2525215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895600" y="-290405"/>
            <a:ext cx="11615293" cy="1575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23"/>
              </a:lnSpc>
            </a:pPr>
            <a:r>
              <a:rPr lang="en-US" sz="6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Justificativa</a:t>
            </a:r>
            <a:endParaRPr lang="en-US" sz="60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Freeform 6"/>
          <p:cNvSpPr/>
          <p:nvPr/>
        </p:nvSpPr>
        <p:spPr>
          <a:xfrm rot="-5400000">
            <a:off x="5443169" y="-2557831"/>
            <a:ext cx="7401663" cy="18288000"/>
          </a:xfrm>
          <a:custGeom>
            <a:avLst/>
            <a:gdLst/>
            <a:ahLst/>
            <a:cxnLst/>
            <a:rect l="l" t="t" r="r" b="b"/>
            <a:pathLst>
              <a:path w="7401663" h="18288000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7016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6111" y="349538"/>
            <a:ext cx="17695777" cy="9587924"/>
            <a:chOff x="0" y="0"/>
            <a:chExt cx="4660616" cy="2525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0616" cy="2525215"/>
            </a:xfrm>
            <a:custGeom>
              <a:avLst/>
              <a:gdLst/>
              <a:ahLst/>
              <a:cxnLst/>
              <a:rect l="l" t="t" r="r" b="b"/>
              <a:pathLst>
                <a:path w="4660616" h="2525215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581400" y="-144662"/>
            <a:ext cx="10527133" cy="1575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23"/>
              </a:lnSpc>
            </a:pPr>
            <a:r>
              <a:rPr lang="en-US" sz="6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Referencial</a:t>
            </a:r>
            <a:r>
              <a:rPr lang="en-US" sz="6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Teórico</a:t>
            </a:r>
            <a:endParaRPr lang="en-US" sz="60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Freeform 6"/>
          <p:cNvSpPr/>
          <p:nvPr/>
        </p:nvSpPr>
        <p:spPr>
          <a:xfrm rot="-5400000">
            <a:off x="5443169" y="-2557831"/>
            <a:ext cx="7401663" cy="18288000"/>
          </a:xfrm>
          <a:custGeom>
            <a:avLst/>
            <a:gdLst/>
            <a:ahLst/>
            <a:cxnLst/>
            <a:rect l="l" t="t" r="r" b="b"/>
            <a:pathLst>
              <a:path w="7401663" h="18288000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7016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6111" y="349538"/>
            <a:ext cx="17695777" cy="9587924"/>
            <a:chOff x="0" y="0"/>
            <a:chExt cx="4660616" cy="2525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0616" cy="2525215"/>
            </a:xfrm>
            <a:custGeom>
              <a:avLst/>
              <a:gdLst/>
              <a:ahLst/>
              <a:cxnLst/>
              <a:rect l="l" t="t" r="r" b="b"/>
              <a:pathLst>
                <a:path w="4660616" h="2525215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677546" y="-30004"/>
            <a:ext cx="6932906" cy="1575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23"/>
              </a:lnSpc>
            </a:pPr>
            <a:r>
              <a:rPr lang="en-US" sz="6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Metodologia</a:t>
            </a:r>
            <a:endParaRPr lang="en-US" sz="60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Freeform 6"/>
          <p:cNvSpPr/>
          <p:nvPr/>
        </p:nvSpPr>
        <p:spPr>
          <a:xfrm rot="-5400000">
            <a:off x="5443169" y="-2557831"/>
            <a:ext cx="7401663" cy="18288000"/>
          </a:xfrm>
          <a:custGeom>
            <a:avLst/>
            <a:gdLst/>
            <a:ahLst/>
            <a:cxnLst/>
            <a:rect l="l" t="t" r="r" b="b"/>
            <a:pathLst>
              <a:path w="7401663" h="18288000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7016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3A325-8650-AA0C-1AF9-58EC5C5EF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A0A92CB-B3EA-F0F9-CFA3-63B957EA8D24}"/>
              </a:ext>
            </a:extLst>
          </p:cNvPr>
          <p:cNvGrpSpPr/>
          <p:nvPr/>
        </p:nvGrpSpPr>
        <p:grpSpPr>
          <a:xfrm>
            <a:off x="296111" y="349538"/>
            <a:ext cx="17695777" cy="9587924"/>
            <a:chOff x="0" y="0"/>
            <a:chExt cx="4660616" cy="25252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8B8BCBE-645C-D53C-D561-34D62338CCE8}"/>
                </a:ext>
              </a:extLst>
            </p:cNvPr>
            <p:cNvSpPr/>
            <p:nvPr/>
          </p:nvSpPr>
          <p:spPr>
            <a:xfrm>
              <a:off x="0" y="0"/>
              <a:ext cx="4660616" cy="2525215"/>
            </a:xfrm>
            <a:custGeom>
              <a:avLst/>
              <a:gdLst/>
              <a:ahLst/>
              <a:cxnLst/>
              <a:rect l="l" t="t" r="r" b="b"/>
              <a:pathLst>
                <a:path w="4660616" h="2525215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11FA52E-F6E1-890F-00B5-21A20716D7C1}"/>
                </a:ext>
              </a:extLst>
            </p:cNvPr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3AB7DF5D-213F-6950-5FAA-96B369BD1FC3}"/>
              </a:ext>
            </a:extLst>
          </p:cNvPr>
          <p:cNvSpPr txBox="1"/>
          <p:nvPr/>
        </p:nvSpPr>
        <p:spPr>
          <a:xfrm>
            <a:off x="3200400" y="-144662"/>
            <a:ext cx="11086453" cy="1575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23"/>
              </a:lnSpc>
            </a:pPr>
            <a:r>
              <a:rPr lang="en-US" sz="6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Resultados</a:t>
            </a:r>
            <a:r>
              <a:rPr lang="en-US" sz="6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6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discussões</a:t>
            </a:r>
            <a:endParaRPr lang="en-US" sz="60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7BAA412-9E0B-9D0A-216A-5D005566CD91}"/>
              </a:ext>
            </a:extLst>
          </p:cNvPr>
          <p:cNvSpPr/>
          <p:nvPr/>
        </p:nvSpPr>
        <p:spPr>
          <a:xfrm rot="-5400000">
            <a:off x="5443169" y="-2557831"/>
            <a:ext cx="7401663" cy="18288000"/>
          </a:xfrm>
          <a:custGeom>
            <a:avLst/>
            <a:gdLst/>
            <a:ahLst/>
            <a:cxnLst/>
            <a:rect l="l" t="t" r="r" b="b"/>
            <a:pathLst>
              <a:path w="7401663" h="18288000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7016"/>
            </a:stretch>
          </a:blipFill>
        </p:spPr>
      </p:sp>
    </p:spTree>
    <p:extLst>
      <p:ext uri="{BB962C8B-B14F-4D97-AF65-F5344CB8AC3E}">
        <p14:creationId xmlns:p14="http://schemas.microsoft.com/office/powerpoint/2010/main" val="778351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6111" y="349538"/>
            <a:ext cx="17695777" cy="9587924"/>
            <a:chOff x="0" y="0"/>
            <a:chExt cx="4660616" cy="2525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0616" cy="2525215"/>
            </a:xfrm>
            <a:custGeom>
              <a:avLst/>
              <a:gdLst/>
              <a:ahLst/>
              <a:cxnLst/>
              <a:rect l="l" t="t" r="r" b="b"/>
              <a:pathLst>
                <a:path w="4660616" h="2525215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76600" y="0"/>
            <a:ext cx="11207132" cy="1575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23"/>
              </a:lnSpc>
            </a:pPr>
            <a:r>
              <a:rPr lang="en-US" sz="6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Considerações</a:t>
            </a:r>
            <a:r>
              <a:rPr lang="en-US" sz="6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finais</a:t>
            </a:r>
            <a:endParaRPr lang="en-US" sz="60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Freeform 6"/>
          <p:cNvSpPr/>
          <p:nvPr/>
        </p:nvSpPr>
        <p:spPr>
          <a:xfrm rot="-5400000">
            <a:off x="5443169" y="-2557831"/>
            <a:ext cx="7401663" cy="18288000"/>
          </a:xfrm>
          <a:custGeom>
            <a:avLst/>
            <a:gdLst/>
            <a:ahLst/>
            <a:cxnLst/>
            <a:rect l="l" t="t" r="r" b="b"/>
            <a:pathLst>
              <a:path w="7401663" h="18288000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7016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6111" y="349538"/>
            <a:ext cx="17695777" cy="9587924"/>
            <a:chOff x="0" y="0"/>
            <a:chExt cx="4660616" cy="2525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0616" cy="2525215"/>
            </a:xfrm>
            <a:custGeom>
              <a:avLst/>
              <a:gdLst/>
              <a:ahLst/>
              <a:cxnLst/>
              <a:rect l="l" t="t" r="r" b="b"/>
              <a:pathLst>
                <a:path w="4660616" h="2525215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942013" y="-178000"/>
            <a:ext cx="6403972" cy="1575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23"/>
              </a:lnSpc>
            </a:pPr>
            <a:r>
              <a:rPr lang="en-US" sz="6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Referências</a:t>
            </a:r>
            <a:endParaRPr lang="en-US" sz="60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Freeform 6"/>
          <p:cNvSpPr/>
          <p:nvPr/>
        </p:nvSpPr>
        <p:spPr>
          <a:xfrm rot="-5400000">
            <a:off x="5443169" y="-2557831"/>
            <a:ext cx="7401663" cy="18288000"/>
          </a:xfrm>
          <a:custGeom>
            <a:avLst/>
            <a:gdLst/>
            <a:ahLst/>
            <a:cxnLst/>
            <a:rect l="l" t="t" r="r" b="b"/>
            <a:pathLst>
              <a:path w="7401663" h="18288000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7016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8FE94-9B4F-5CEC-E796-F5612F68A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227970E-CCCC-2418-9930-5F7D91F4F8EB}"/>
              </a:ext>
            </a:extLst>
          </p:cNvPr>
          <p:cNvGrpSpPr/>
          <p:nvPr/>
        </p:nvGrpSpPr>
        <p:grpSpPr>
          <a:xfrm>
            <a:off x="296111" y="349538"/>
            <a:ext cx="17695777" cy="9587924"/>
            <a:chOff x="0" y="0"/>
            <a:chExt cx="4660616" cy="25252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0E138F1-70AE-BEF9-4953-DD390F35C4BF}"/>
                </a:ext>
              </a:extLst>
            </p:cNvPr>
            <p:cNvSpPr/>
            <p:nvPr/>
          </p:nvSpPr>
          <p:spPr>
            <a:xfrm>
              <a:off x="0" y="0"/>
              <a:ext cx="4660616" cy="2525215"/>
            </a:xfrm>
            <a:custGeom>
              <a:avLst/>
              <a:gdLst/>
              <a:ahLst/>
              <a:cxnLst/>
              <a:rect l="l" t="t" r="r" b="b"/>
              <a:pathLst>
                <a:path w="4660616" h="2525215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9497426-C13E-1A91-BB0D-1C6941F24F89}"/>
                </a:ext>
              </a:extLst>
            </p:cNvPr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FB743C98-3D2B-E2FD-3081-B6794F8D194B}"/>
              </a:ext>
            </a:extLst>
          </p:cNvPr>
          <p:cNvSpPr txBox="1"/>
          <p:nvPr/>
        </p:nvSpPr>
        <p:spPr>
          <a:xfrm>
            <a:off x="5334000" y="14287"/>
            <a:ext cx="7164386" cy="1575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23"/>
              </a:lnSpc>
            </a:pPr>
            <a:r>
              <a:rPr lang="en-US" sz="6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Agradecimentos</a:t>
            </a:r>
            <a:endParaRPr lang="en-US" sz="60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2BA0999-AD2F-7DAF-5186-E9A0912FD307}"/>
              </a:ext>
            </a:extLst>
          </p:cNvPr>
          <p:cNvSpPr/>
          <p:nvPr/>
        </p:nvSpPr>
        <p:spPr>
          <a:xfrm rot="-5400000">
            <a:off x="5443169" y="-2557831"/>
            <a:ext cx="7401663" cy="18288000"/>
          </a:xfrm>
          <a:custGeom>
            <a:avLst/>
            <a:gdLst/>
            <a:ahLst/>
            <a:cxnLst/>
            <a:rect l="l" t="t" r="r" b="b"/>
            <a:pathLst>
              <a:path w="7401663" h="18288000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7016"/>
            </a:stretch>
          </a:blipFill>
        </p:spPr>
      </p:sp>
    </p:spTree>
    <p:extLst>
      <p:ext uri="{BB962C8B-B14F-4D97-AF65-F5344CB8AC3E}">
        <p14:creationId xmlns:p14="http://schemas.microsoft.com/office/powerpoint/2010/main" val="3945807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52</Words>
  <Application>Microsoft Office PowerPoint</Application>
  <PresentationFormat>Personalizar</PresentationFormat>
  <Paragraphs>38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Open Sans</vt:lpstr>
      <vt:lpstr>Montserrat</vt:lpstr>
      <vt:lpstr>Open Sans Ultra-Bold</vt:lpstr>
      <vt:lpstr>Open Sans Semi-Bold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EDUMATEC's 2026 _ Templateslidecomunicaçãooral</dc:title>
  <dc:creator>Joselma Lavôr</dc:creator>
  <cp:lastModifiedBy>Joselma Lavôr</cp:lastModifiedBy>
  <cp:revision>3</cp:revision>
  <dcterms:created xsi:type="dcterms:W3CDTF">2006-08-16T00:00:00Z</dcterms:created>
  <dcterms:modified xsi:type="dcterms:W3CDTF">2026-09-27T18:11:49Z</dcterms:modified>
  <dc:identifier>DAHWZs8PuhA</dc:identifier>
</cp:coreProperties>
</file>